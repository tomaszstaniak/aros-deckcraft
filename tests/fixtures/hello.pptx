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 fontScale="100000"/>
          </a:bodyPr>
          <a:lstStyle>
            <a:lvl1pPr algn="ctr">
              <a:defRPr sz="6000"/>
            </a:lvl1pPr>
          </a:lstStyle>
          <a:p/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 algn="ctr">
              <a:buNone/>
              <a:defRPr sz="2400"/>
            </a:lvl1pPr>
          </a:lstStyle>
          <a:p/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/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/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eckCra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>
            <a:r>
              <a:rPr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25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Made on the host</a:t>
            </a:r>
          </a:p>
        </p:txBody>
      </p:sp>
      <p:sp>
        <p:nvSpPr>
          <p:cNvPr id="262" name="Rectangle 2"/>
          <p:cNvSpPr/>
          <p:nvPr/>
        </p:nvSpPr>
        <p:spPr>
          <a:xfrm>
            <a:off x="1016000" y="2032000"/>
            <a:ext cx="4064000" cy="152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/>
              <a:t>Revenue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2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